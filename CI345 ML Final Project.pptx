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4"/>
  </p:sldMasterIdLst>
  <p:notesMasterIdLst>
    <p:notesMasterId r:id="rId15"/>
  </p:notesMasterIdLst>
  <p:handoutMasterIdLst>
    <p:handoutMasterId r:id="rId16"/>
  </p:handoutMasterIdLst>
  <p:sldIdLst>
    <p:sldId id="487" r:id="rId5"/>
    <p:sldId id="488" r:id="rId6"/>
    <p:sldId id="489" r:id="rId7"/>
    <p:sldId id="490" r:id="rId8"/>
    <p:sldId id="491" r:id="rId9"/>
    <p:sldId id="492" r:id="rId10"/>
    <p:sldId id="493" r:id="rId11"/>
    <p:sldId id="494" r:id="rId12"/>
    <p:sldId id="495" r:id="rId13"/>
    <p:sldId id="49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CFC"/>
    <a:srgbClr val="000000"/>
    <a:srgbClr val="FFFFFF"/>
    <a:srgbClr val="37FFF1"/>
    <a:srgbClr val="0B0C12"/>
    <a:srgbClr val="0E0F17"/>
    <a:srgbClr val="020621"/>
    <a:srgbClr val="13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26D8F-95D0-1E6B-D544-FDFF04619865}" v="691" dt="2026-06-17T10:32:31.486"/>
    <p1510:client id="{27CEEB34-45C6-A746-8879-E8FD99FE8B8A}" v="996" dt="2026-06-17T12:53:35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92E33C-8E56-15D7-91D9-0C9D51898F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4E5C4-3075-2128-3C95-66CDB0C1F3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C14BC-9E0B-417D-A4B6-D3A52302FE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DE216-B0E2-6179-F0CB-DA746C5A10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76486-0E2A-27D1-56AC-57AF786911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3A4AD-A02B-4727-AB32-0630F343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485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FB986-3F20-4AE6-9D44-118BB6C2AE0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59575-30D1-4661-8D21-5CF13963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8841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18607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 l="1" r="-18789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95CC36-AD95-97AF-0B3C-4CA25FF5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71046"/>
            <a:ext cx="12188952" cy="3186953"/>
          </a:xfrm>
          <a:gradFill>
            <a:gsLst>
              <a:gs pos="56000">
                <a:schemeClr val="bg2">
                  <a:alpha val="71000"/>
                </a:schemeClr>
              </a:gs>
              <a:gs pos="82000">
                <a:schemeClr val="bg2"/>
              </a:gs>
              <a:gs pos="16000">
                <a:schemeClr val="accent4">
                  <a:alpha val="0"/>
                </a:schemeClr>
              </a:gs>
            </a:gsLst>
            <a:lin ang="5400000" scaled="0"/>
          </a:gradFill>
        </p:spPr>
        <p:txBody>
          <a:bodyPr lIns="365760" tIns="91440" rIns="457200" bIns="1005840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3BCE92C-E876-D640-79C7-9E2EE54A7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70529"/>
            <a:ext cx="12192000" cy="1087471"/>
          </a:xfrm>
          <a:gradFill>
            <a:gsLst>
              <a:gs pos="29000">
                <a:schemeClr val="bg2">
                  <a:alpha val="0"/>
                </a:schemeClr>
              </a:gs>
              <a:gs pos="47000">
                <a:schemeClr val="accent4">
                  <a:lumMod val="50000"/>
                  <a:alpha val="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160000" scaled="0"/>
          </a:gradFill>
        </p:spPr>
        <p:txBody>
          <a:bodyPr vert="horz" lIns="393192" tIns="457200" rIns="274320" bIns="731520" rtlCol="0" anchor="b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210312"/>
            <a:ext cx="3447355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09320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8687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2044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64187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69146C6-F597-C006-1822-297853281771}"/>
              </a:ext>
            </a:extLst>
          </p:cNvPr>
          <p:cNvSpPr/>
          <p:nvPr/>
        </p:nvSpPr>
        <p:spPr>
          <a:xfrm rot="16200000" flipH="1">
            <a:off x="1300007" y="3732960"/>
            <a:ext cx="1825034" cy="4425045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100000">
                <a:schemeClr val="accent6"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08893D-F42F-F8AC-E751-618878BDB5EE}"/>
              </a:ext>
            </a:extLst>
          </p:cNvPr>
          <p:cNvSpPr/>
          <p:nvPr/>
        </p:nvSpPr>
        <p:spPr>
          <a:xfrm rot="10800000">
            <a:off x="0" y="-4"/>
            <a:ext cx="4572000" cy="1825033"/>
          </a:xfrm>
          <a:prstGeom prst="rect">
            <a:avLst/>
          </a:prstGeom>
          <a:gradFill>
            <a:gsLst>
              <a:gs pos="61000">
                <a:schemeClr val="bg2">
                  <a:alpha val="0"/>
                </a:schemeClr>
              </a:gs>
              <a:gs pos="100000">
                <a:schemeClr val="accent1">
                  <a:lumMod val="75000"/>
                  <a:alpha val="8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268A13E-E2FC-935E-9D1B-2CA406D5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22" y="906109"/>
            <a:ext cx="3620078" cy="344517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1C95713-168A-6692-3C97-A85B41C1A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722" y="5473037"/>
            <a:ext cx="3521018" cy="880873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68722" y="210114"/>
            <a:ext cx="2360128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645216" y="210114"/>
            <a:ext cx="1005840" cy="365760"/>
          </a:xfrm>
        </p:spPr>
        <p:txBody>
          <a:bodyPr/>
          <a:lstStyle/>
          <a:p>
            <a:fld id="{BCA7961A-B010-49E0-A3F6-1ED7ACF29013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60180" y="210114"/>
            <a:ext cx="495299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7620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61568150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A8D131-CBCA-5C49-BC11-F46A79A7B14C}"/>
              </a:ext>
            </a:extLst>
          </p:cNvPr>
          <p:cNvSpPr/>
          <p:nvPr/>
        </p:nvSpPr>
        <p:spPr>
          <a:xfrm rot="16200000" flipH="1">
            <a:off x="376872" y="-386654"/>
            <a:ext cx="6858000" cy="763130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35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BBC73-2B54-D426-37D1-91554AB6280D}"/>
              </a:ext>
            </a:extLst>
          </p:cNvPr>
          <p:cNvSpPr/>
          <p:nvPr/>
        </p:nvSpPr>
        <p:spPr>
          <a:xfrm rot="5400000">
            <a:off x="4174854" y="-1144323"/>
            <a:ext cx="3842298" cy="12191994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48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67C95-ECBD-88E5-88AE-67841646F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756015" y="0"/>
            <a:ext cx="4875297" cy="6850173"/>
          </a:xfrm>
          <a:prstGeom prst="rect">
            <a:avLst/>
          </a:prstGeom>
          <a:gradFill flip="none" rotWithShape="1">
            <a:gsLst>
              <a:gs pos="19000">
                <a:schemeClr val="bg2"/>
              </a:gs>
              <a:gs pos="49000">
                <a:schemeClr val="accent6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C3C9A42-36FA-B347-AD02-B9A12C8D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79" y="1135378"/>
            <a:ext cx="5676921" cy="2163626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DB729E-19D6-E1D5-DB31-89E9DF5D4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2" y="4774541"/>
            <a:ext cx="4875296" cy="1591058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2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210114"/>
            <a:ext cx="2153412" cy="365760"/>
          </a:xfrm>
        </p:spPr>
        <p:txBody>
          <a:bodyPr/>
          <a:lstStyle/>
          <a:p>
            <a:fld id="{9458DF63-6CB9-404F-8464-DF813E7A7B12}" type="datetime1">
              <a:rPr lang="en-US" smtClean="0"/>
              <a:t>6/17/2026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1524" y="0"/>
            <a:ext cx="457047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3541FD-375E-9F25-9D6E-2C93D6A17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398166" y="762000"/>
            <a:ext cx="669969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79801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6C36F6-3968-40FA-37EA-155D2BE42AD1}"/>
              </a:ext>
            </a:extLst>
          </p:cNvPr>
          <p:cNvSpPr/>
          <p:nvPr/>
        </p:nvSpPr>
        <p:spPr>
          <a:xfrm>
            <a:off x="-2754" y="5254619"/>
            <a:ext cx="12188952" cy="1603381"/>
          </a:xfrm>
          <a:prstGeom prst="rect">
            <a:avLst/>
          </a:prstGeom>
          <a:gradFill>
            <a:gsLst>
              <a:gs pos="62000">
                <a:schemeClr val="accent6">
                  <a:lumMod val="50000"/>
                  <a:alpha val="0"/>
                </a:schemeClr>
              </a:gs>
              <a:gs pos="100000">
                <a:schemeClr val="accent4">
                  <a:alpha val="8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3A348-0551-47A0-DA50-F560E4EC6794}"/>
              </a:ext>
            </a:extLst>
          </p:cNvPr>
          <p:cNvSpPr/>
          <p:nvPr/>
        </p:nvSpPr>
        <p:spPr>
          <a:xfrm>
            <a:off x="1430867" y="4492679"/>
            <a:ext cx="10758085" cy="2365320"/>
          </a:xfrm>
          <a:prstGeom prst="rect">
            <a:avLst/>
          </a:prstGeom>
          <a:gradFill>
            <a:gsLst>
              <a:gs pos="71000">
                <a:schemeClr val="accent1">
                  <a:lumMod val="50000"/>
                  <a:alpha val="0"/>
                </a:schemeClr>
              </a:gs>
              <a:gs pos="99000">
                <a:schemeClr val="accent3">
                  <a:lumMod val="60000"/>
                  <a:lumOff val="40000"/>
                  <a:alpha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E9334A-B58A-1191-419B-686185B0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5216448"/>
            <a:ext cx="7627857" cy="1394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5AC1EE1-879A-DD62-9DEE-9EDB54468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3509" y="5216447"/>
            <a:ext cx="2738340" cy="1394844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3936570"/>
          </a:xfrm>
          <a:blipFill>
            <a:blip r:embed="rId2">
              <a:alphaModFix amt="70000"/>
            </a:blip>
            <a:stretch>
              <a:fillRect t="-14126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4154963"/>
            <a:ext cx="3447355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093201" y="4154963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52503" y="4154963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06682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C02513-E6E5-DFFD-29B1-02BE448BA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83189" y="0"/>
            <a:ext cx="9708811" cy="6859553"/>
          </a:xfrm>
          <a:prstGeom prst="rect">
            <a:avLst/>
          </a:prstGeom>
          <a:gradFill flip="none" rotWithShape="1">
            <a:gsLst>
              <a:gs pos="9000">
                <a:schemeClr val="accent1">
                  <a:lumMod val="75000"/>
                </a:schemeClr>
              </a:gs>
              <a:gs pos="54000">
                <a:schemeClr val="bg2">
                  <a:alpha val="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31A197-F740-DCA2-902E-29B890C31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98166" y="2201332"/>
            <a:ext cx="11793834" cy="4656665"/>
          </a:xfrm>
          <a:prstGeom prst="rect">
            <a:avLst/>
          </a:prstGeom>
          <a:gradFill>
            <a:gsLst>
              <a:gs pos="0">
                <a:schemeClr val="accent2"/>
              </a:gs>
              <a:gs pos="36000">
                <a:schemeClr val="accent1">
                  <a:lumMod val="50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6801FB-115C-F074-E428-F4A4A588B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17000">
                <a:schemeClr val="accent3">
                  <a:lumMod val="60000"/>
                  <a:lumOff val="40000"/>
                  <a:alpha val="51000"/>
                </a:schemeClr>
              </a:gs>
              <a:gs pos="44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E9BCB7-0B84-78EB-474B-9077DE024658}"/>
              </a:ext>
            </a:extLst>
          </p:cNvPr>
          <p:cNvCxnSpPr>
            <a:cxnSpLocks/>
          </p:cNvCxnSpPr>
          <p:nvPr/>
        </p:nvCxnSpPr>
        <p:spPr>
          <a:xfrm flipH="1">
            <a:off x="358140" y="5174874"/>
            <a:ext cx="11475720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B7CA771C-C0DC-4CE5-6507-04B80A7B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88704"/>
            <a:ext cx="9509760" cy="4297679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CA59141-B447-02B6-2167-E19939B6D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486399"/>
            <a:ext cx="6951553" cy="726128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304985"/>
            <a:ext cx="221815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2FB242-E4A2-4711-B168-6D02C45DBE61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2485" y="6304985"/>
            <a:ext cx="2509284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7526" y="6304985"/>
            <a:ext cx="49377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52899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 userDrawn="1"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30282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A723D2-7AAD-C321-CBD6-371714EC1095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bg2"/>
              </a:gs>
              <a:gs pos="1149">
                <a:schemeClr val="accent3">
                  <a:lumMod val="50000"/>
                </a:schemeClr>
              </a:gs>
              <a:gs pos="33000">
                <a:schemeClr val="accent2">
                  <a:lumMod val="5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4A4F1-E6B3-0BD8-2214-FC728BA0524F}"/>
              </a:ext>
            </a:extLst>
          </p:cNvPr>
          <p:cNvSpPr/>
          <p:nvPr/>
        </p:nvSpPr>
        <p:spPr>
          <a:xfrm rot="5400000">
            <a:off x="4604446" y="-729554"/>
            <a:ext cx="4537587" cy="10637521"/>
          </a:xfrm>
          <a:prstGeom prst="rect">
            <a:avLst/>
          </a:prstGeom>
          <a:gradFill flip="none" rotWithShape="1">
            <a:gsLst>
              <a:gs pos="65000">
                <a:schemeClr val="tx1">
                  <a:alpha val="0"/>
                </a:schemeClr>
              </a:gs>
              <a:gs pos="0">
                <a:schemeClr val="accent3">
                  <a:lumMod val="60000"/>
                  <a:lumOff val="40000"/>
                  <a:alpha val="70000"/>
                </a:schemeClr>
              </a:gs>
              <a:gs pos="32000">
                <a:schemeClr val="accent4">
                  <a:alpha val="0"/>
                </a:schemeClr>
              </a:gs>
            </a:gsLst>
            <a:lin ang="9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B18168D-C992-4156-FB48-F867F260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56" y="1133862"/>
            <a:ext cx="8346853" cy="3537889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701A87CE-1AFE-0182-C6D3-084296E48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525725"/>
            <a:ext cx="6052929" cy="884901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FA23F-C567-5858-AF7D-C37EC865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B4A31-4D88-6836-9F3A-5E23FC9D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38715-2A76-D075-B90E-D24A263D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6702AA-E129-137F-060D-8DD37BC99937}"/>
              </a:ext>
            </a:extLst>
          </p:cNvPr>
          <p:cNvCxnSpPr>
            <a:cxnSpLocks/>
          </p:cNvCxnSpPr>
          <p:nvPr/>
        </p:nvCxnSpPr>
        <p:spPr>
          <a:xfrm flipH="1">
            <a:off x="358140" y="762000"/>
            <a:ext cx="11475720" cy="0"/>
          </a:xfrm>
          <a:prstGeom prst="line">
            <a:avLst/>
          </a:prstGeom>
          <a:ln w="6350">
            <a:solidFill>
              <a:schemeClr val="tx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FD9841-58FA-E828-27A6-DBFBFA5C0854}"/>
              </a:ext>
            </a:extLst>
          </p:cNvPr>
          <p:cNvCxnSpPr>
            <a:cxnSpLocks/>
          </p:cNvCxnSpPr>
          <p:nvPr/>
        </p:nvCxnSpPr>
        <p:spPr>
          <a:xfrm flipH="1">
            <a:off x="394716" y="5250426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92074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27853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16200000" flipH="1">
            <a:off x="-367223" y="363046"/>
            <a:ext cx="6866356" cy="613190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9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16200000">
            <a:off x="-2106733" y="2106735"/>
            <a:ext cx="6858000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72000"/>
                </a:schemeClr>
              </a:gs>
              <a:gs pos="49000">
                <a:schemeClr val="bg2">
                  <a:alpha val="0"/>
                </a:schemeClr>
              </a:gs>
            </a:gsLst>
            <a:lin ang="5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22070-FC98-090C-2EE5-E880AEA09D1B}"/>
              </a:ext>
            </a:extLst>
          </p:cNvPr>
          <p:cNvSpPr/>
          <p:nvPr/>
        </p:nvSpPr>
        <p:spPr>
          <a:xfrm flipH="1" flipV="1">
            <a:off x="0" y="2200164"/>
            <a:ext cx="12192000" cy="4657836"/>
          </a:xfrm>
          <a:prstGeom prst="rect">
            <a:avLst/>
          </a:prstGeom>
          <a:gradFill>
            <a:gsLst>
              <a:gs pos="0">
                <a:schemeClr val="accent2"/>
              </a:gs>
              <a:gs pos="52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079500"/>
            <a:ext cx="9867900" cy="5514953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27D51-28B8-B2E3-D66E-632D6F01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DCFE3-286D-146F-718D-4D8F709F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5F9152-3DAD-AB36-D2B3-9A4DBF0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44854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556917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191826-CFE4-1D6E-85E2-32EE006A5C5D}"/>
              </a:ext>
            </a:extLst>
          </p:cNvPr>
          <p:cNvSpPr/>
          <p:nvPr/>
        </p:nvSpPr>
        <p:spPr>
          <a:xfrm flipH="1">
            <a:off x="0" y="0"/>
            <a:ext cx="12192000" cy="6857996"/>
          </a:xfrm>
          <a:prstGeom prst="rect">
            <a:avLst/>
          </a:prstGeom>
          <a:gradFill flip="none" rotWithShape="1">
            <a:gsLst>
              <a:gs pos="93000">
                <a:schemeClr val="tx2"/>
              </a:gs>
              <a:gs pos="75000">
                <a:schemeClr val="accent1">
                  <a:alpha val="94000"/>
                </a:schemeClr>
              </a:gs>
              <a:gs pos="39000">
                <a:schemeClr val="accent4">
                  <a:lumMod val="5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DDCB74-BBA4-B75C-2781-A574716A3DE4}"/>
              </a:ext>
            </a:extLst>
          </p:cNvPr>
          <p:cNvSpPr/>
          <p:nvPr/>
        </p:nvSpPr>
        <p:spPr>
          <a:xfrm>
            <a:off x="0" y="-5"/>
            <a:ext cx="7958884" cy="5425439"/>
          </a:xfrm>
          <a:prstGeom prst="rect">
            <a:avLst/>
          </a:prstGeom>
          <a:gradFill flip="none" rotWithShape="1">
            <a:gsLst>
              <a:gs pos="6000">
                <a:schemeClr val="accent4">
                  <a:lumMod val="50000"/>
                </a:schemeClr>
              </a:gs>
              <a:gs pos="51000">
                <a:schemeClr val="accent6">
                  <a:lumMod val="75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A60CA-D100-CFE6-62AC-013A201FBB9F}"/>
              </a:ext>
            </a:extLst>
          </p:cNvPr>
          <p:cNvSpPr/>
          <p:nvPr/>
        </p:nvSpPr>
        <p:spPr>
          <a:xfrm rot="5400000">
            <a:off x="1660810" y="-1660814"/>
            <a:ext cx="6858000" cy="1017962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60000"/>
                  <a:lumOff val="40000"/>
                  <a:alpha val="50000"/>
                </a:schemeClr>
              </a:gs>
              <a:gs pos="72989">
                <a:schemeClr val="bg2">
                  <a:alpha val="0"/>
                </a:schemeClr>
              </a:gs>
              <a:gs pos="37000">
                <a:schemeClr val="accent2">
                  <a:lumMod val="75000"/>
                  <a:alpha val="800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C61630-0AC6-F4D9-545E-38A32C69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48579"/>
            <a:ext cx="4724400" cy="2811649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2375" y="210114"/>
            <a:ext cx="1884796" cy="365760"/>
          </a:xfrm>
        </p:spPr>
        <p:txBody>
          <a:bodyPr/>
          <a:lstStyle/>
          <a:p>
            <a:fld id="{C2A0816E-BD5C-478F-AB95-6BE098266DF3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81323" y="210114"/>
            <a:ext cx="2509284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1322" y="1148580"/>
            <a:ext cx="4986777" cy="460676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5326398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28086198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EF5A46-889B-82F0-E6A3-B308E2DCC951}"/>
              </a:ext>
            </a:extLst>
          </p:cNvPr>
          <p:cNvSpPr/>
          <p:nvPr/>
        </p:nvSpPr>
        <p:spPr>
          <a:xfrm rot="5400000" flipH="1" flipV="1">
            <a:off x="5012872" y="-5012874"/>
            <a:ext cx="2166257" cy="1219200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61000">
                <a:schemeClr val="bg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E27D4F-6E85-4618-7F98-5F4B945ACFE4}"/>
              </a:ext>
            </a:extLst>
          </p:cNvPr>
          <p:cNvSpPr/>
          <p:nvPr/>
        </p:nvSpPr>
        <p:spPr>
          <a:xfrm rot="10800000" flipH="1" flipV="1">
            <a:off x="4836601" y="0"/>
            <a:ext cx="7355399" cy="6858000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28000"/>
                </a:schemeClr>
              </a:gs>
              <a:gs pos="0">
                <a:schemeClr val="accent1"/>
              </a:gs>
              <a:gs pos="75000">
                <a:schemeClr val="bg2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C6460E-7477-249C-CA29-89DD19B3F5CB}"/>
              </a:ext>
            </a:extLst>
          </p:cNvPr>
          <p:cNvSpPr/>
          <p:nvPr/>
        </p:nvSpPr>
        <p:spPr>
          <a:xfrm rot="10800000" flipH="1" flipV="1">
            <a:off x="6749143" y="1763485"/>
            <a:ext cx="5442857" cy="509451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2000">
                <a:schemeClr val="accent4">
                  <a:lumMod val="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0595"/>
            <a:ext cx="5811178" cy="304368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CDEAC1E-5504-4723-BE4B-1DE8B305AF62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4167941"/>
            <a:ext cx="5811177" cy="181722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2430170"/>
      </p:ext>
    </p:extLst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7BF44-E096-ADC8-0C23-BA7E19E66787}"/>
              </a:ext>
            </a:extLst>
          </p:cNvPr>
          <p:cNvSpPr/>
          <p:nvPr/>
        </p:nvSpPr>
        <p:spPr>
          <a:xfrm rot="10800000" flipV="1">
            <a:off x="3342" y="0"/>
            <a:ext cx="5334001" cy="6858000"/>
          </a:xfrm>
          <a:prstGeom prst="rect">
            <a:avLst/>
          </a:prstGeom>
          <a:gradFill flip="none" rotWithShape="1">
            <a:gsLst>
              <a:gs pos="52000">
                <a:schemeClr val="accent2">
                  <a:alpha val="28000"/>
                </a:schemeClr>
              </a:gs>
              <a:gs pos="0">
                <a:schemeClr val="accent1"/>
              </a:gs>
              <a:gs pos="78000">
                <a:schemeClr val="bg2">
                  <a:alpha val="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03D519-17B6-1CCD-DA98-45A0B88A04E8}"/>
              </a:ext>
            </a:extLst>
          </p:cNvPr>
          <p:cNvSpPr/>
          <p:nvPr/>
        </p:nvSpPr>
        <p:spPr>
          <a:xfrm rot="10800000" flipV="1">
            <a:off x="-2" y="1448661"/>
            <a:ext cx="7828909" cy="540933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52000">
                <a:schemeClr val="accent4">
                  <a:lumMod val="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738353"/>
            <a:ext cx="2907231" cy="2501900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6582D0-CC23-4B30-B5F7-0EC0E82226EA}" type="datetime1">
              <a:rPr lang="en-US" smtClean="0"/>
              <a:t>6/17/2026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738352"/>
            <a:ext cx="4797769" cy="3787377"/>
          </a:xfrm>
        </p:spPr>
        <p:txBody>
          <a:bodyPr vert="horz" lIns="91440" tIns="45720" rIns="73152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588570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5648196"/>
      </p:ext>
    </p:extLst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25286"/>
            <a:ext cx="6177587" cy="163572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7B4F8-3C61-0936-7251-8633EE5F2C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A624A-E1F8-4C9A-205B-0A6EA83A187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848B1D-AC89-3F75-720C-6A1E8C8E7A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017520"/>
            <a:ext cx="7680960" cy="34747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1E206-ED3F-B360-C610-1197186BA59A}"/>
              </a:ext>
            </a:extLst>
          </p:cNvPr>
          <p:cNvSpPr/>
          <p:nvPr/>
        </p:nvSpPr>
        <p:spPr>
          <a:xfrm rot="16200000" flipV="1">
            <a:off x="7683337" y="2349337"/>
            <a:ext cx="6858000" cy="2159326"/>
          </a:xfrm>
          <a:prstGeom prst="rect">
            <a:avLst/>
          </a:prstGeom>
          <a:gradFill>
            <a:gsLst>
              <a:gs pos="0">
                <a:schemeClr val="accent3"/>
              </a:gs>
              <a:gs pos="48000">
                <a:schemeClr val="bg2"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874C02-925E-C0AE-1F22-882A90A64E54}"/>
              </a:ext>
            </a:extLst>
          </p:cNvPr>
          <p:cNvSpPr/>
          <p:nvPr/>
        </p:nvSpPr>
        <p:spPr>
          <a:xfrm rot="10800000" flipH="1" flipV="1">
            <a:off x="7849486" y="0"/>
            <a:ext cx="4342514" cy="6858000"/>
          </a:xfrm>
          <a:prstGeom prst="rect">
            <a:avLst/>
          </a:prstGeom>
          <a:gradFill flip="none" rotWithShape="1">
            <a:gsLst>
              <a:gs pos="29000">
                <a:schemeClr val="accent2">
                  <a:alpha val="28000"/>
                </a:schemeClr>
              </a:gs>
              <a:gs pos="5000">
                <a:schemeClr val="accent1">
                  <a:alpha val="63000"/>
                </a:schemeClr>
              </a:gs>
              <a:gs pos="66000">
                <a:schemeClr val="bg2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743738"/>
      </p:ext>
    </p:extLst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1798450"/>
      </p:ext>
    </p:extLst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25717"/>
            <a:ext cx="3144282" cy="2443427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149B0F-FE5F-465D-BF44-EE1D3847CE00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0069" y="210114"/>
            <a:ext cx="2664515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0070" y="1025717"/>
            <a:ext cx="6306086" cy="5335754"/>
          </a:xfrm>
        </p:spPr>
        <p:txBody>
          <a:bodyPr vert="horz" lIns="91440" tIns="45720" rIns="82296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9008724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376"/>
            <a:ext cx="9875520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DA9862-2C49-41B4-AD0B-6F93BC6DDDF8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BDEC48-6AF0-A15B-1E5D-9476B32733A4}"/>
              </a:ext>
            </a:extLst>
          </p:cNvPr>
          <p:cNvSpPr/>
          <p:nvPr/>
        </p:nvSpPr>
        <p:spPr>
          <a:xfrm rot="10800000" flipH="1">
            <a:off x="0" y="1700784"/>
            <a:ext cx="12192000" cy="2406798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6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CDA7C-EB2B-A59A-8F97-263F3FE42D52}"/>
              </a:ext>
            </a:extLst>
          </p:cNvPr>
          <p:cNvSpPr/>
          <p:nvPr/>
        </p:nvSpPr>
        <p:spPr>
          <a:xfrm rot="10800000">
            <a:off x="1159597" y="1700784"/>
            <a:ext cx="11032403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lumMod val="75000"/>
                  <a:alpha val="35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2011679"/>
            <a:ext cx="1161288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8134872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25717"/>
            <a:ext cx="3144282" cy="2443427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149B0F-FE5F-465D-BF44-EE1D3847CE00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0069" y="210114"/>
            <a:ext cx="2664515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0070" y="1025717"/>
            <a:ext cx="7420178" cy="5375082"/>
          </a:xfrm>
        </p:spPr>
        <p:txBody>
          <a:bodyPr vert="horz" lIns="91440" tIns="45720" rIns="82296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43772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949142"/>
      </p:ext>
    </p:extLst>
  </p:cSld>
  <p:clrMapOvr>
    <a:masterClrMapping/>
  </p:clrMapOvr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9103" y="952500"/>
            <a:ext cx="3239262" cy="158288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620000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81000" y="210114"/>
            <a:ext cx="1413537" cy="365760"/>
          </a:xfrm>
        </p:spPr>
        <p:txBody>
          <a:bodyPr/>
          <a:lstStyle/>
          <a:p>
            <a:fld id="{52D95AE2-CFB9-4B68-957C-4721356B27A9}" type="datetime1">
              <a:rPr lang="en-US" smtClean="0"/>
              <a:t>6/17/2026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50916" y="210114"/>
            <a:ext cx="233352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9103" y="3103929"/>
            <a:ext cx="3239262" cy="3109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AF1B15-A912-4D71-3A1C-A97F524B9DE0}"/>
              </a:ext>
            </a:extLst>
          </p:cNvPr>
          <p:cNvCxnSpPr>
            <a:cxnSpLocks/>
          </p:cNvCxnSpPr>
          <p:nvPr/>
        </p:nvCxnSpPr>
        <p:spPr>
          <a:xfrm flipH="1">
            <a:off x="8237415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800373"/>
      </p:ext>
    </p:extLst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65538"/>
      </p:ext>
    </p:extLst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6/17/2026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 userDrawn="1"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08916"/>
      </p:ext>
    </p:extLst>
  </p:cSld>
  <p:clrMapOvr>
    <a:masterClrMapping/>
  </p:clrMapOvr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>
            <a:off x="0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55810"/>
            <a:ext cx="4114799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6/17/2026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268722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192949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788920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904EB0-09B1-E4AD-6BEA-66B82835A61F}"/>
              </a:ext>
            </a:extLst>
          </p:cNvPr>
          <p:cNvCxnSpPr>
            <a:cxnSpLocks/>
          </p:cNvCxnSpPr>
          <p:nvPr/>
        </p:nvCxnSpPr>
        <p:spPr>
          <a:xfrm flipH="1">
            <a:off x="395444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B01857F-DF9F-2A98-2C2B-889C9BE29432}"/>
              </a:ext>
            </a:extLst>
          </p:cNvPr>
          <p:cNvSpPr/>
          <p:nvPr userDrawn="1"/>
        </p:nvSpPr>
        <p:spPr>
          <a:xfrm>
            <a:off x="0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13404"/>
      </p:ext>
    </p:extLst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61552152"/>
      </p:ext>
    </p:extLst>
  </p:cSld>
  <p:clrMapOvr>
    <a:masterClrMapping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383280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3017520"/>
          </a:xfrm>
          <a:blipFill dpi="0" rotWithShape="1">
            <a:blip r:embed="rId2">
              <a:alphaModFix amt="60000"/>
            </a:blip>
            <a:srcRect/>
            <a:stretch>
              <a:fillRect b="-29122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3383280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802922"/>
      </p:ext>
    </p:extLst>
  </p:cSld>
  <p:clrMapOvr>
    <a:masterClrMapping/>
  </p:clrMapOvr>
  <p:hf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6/17/2026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 userDrawn="1"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894760"/>
      </p:ext>
    </p:extLst>
  </p:cSld>
  <p:clrMapOvr>
    <a:masterClrMapping/>
  </p:clrMapOvr>
  <p:hf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43315"/>
      </p:ext>
    </p:extLst>
  </p:cSld>
  <p:clrMapOvr>
    <a:masterClrMapping/>
  </p:clrMapOvr>
  <p:hf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341" y="1005840"/>
            <a:ext cx="5098676" cy="88584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627801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F33F2-F4BB-B275-F273-C808EF0E4C3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F4D515-6DB5-140D-B839-CB332F27BD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46341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4E981-2AEE-AD42-76FB-6003D79DAE8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5767" y="2047285"/>
            <a:ext cx="5098675" cy="4048715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9FB954-0266-229D-9FE8-7EEDE4102171}"/>
              </a:ext>
            </a:extLst>
          </p:cNvPr>
          <p:cNvCxnSpPr>
            <a:cxnSpLocks/>
          </p:cNvCxnSpPr>
          <p:nvPr/>
        </p:nvCxnSpPr>
        <p:spPr>
          <a:xfrm flipH="1">
            <a:off x="6247224" y="751313"/>
            <a:ext cx="555006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863731"/>
      </p:ext>
    </p:extLst>
  </p:cSld>
  <p:clrMapOvr>
    <a:masterClrMapping/>
  </p:clrMapOvr>
  <p:hf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4984"/>
            <a:ext cx="2820593" cy="201822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6/17/2026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668134" y="210114"/>
            <a:ext cx="33020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178517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69802" y="1014984"/>
            <a:ext cx="3951867" cy="5088504"/>
          </a:xfrm>
        </p:spPr>
        <p:txBody>
          <a:bodyPr rIns="2743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88976" y="0"/>
            <a:ext cx="3903023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521034-7090-2D31-55C9-25FDCC8BE1D5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29776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EA23E8F-F4E2-0421-02A4-4F2398C907D3}"/>
              </a:ext>
            </a:extLst>
          </p:cNvPr>
          <p:cNvSpPr/>
          <p:nvPr/>
        </p:nvSpPr>
        <p:spPr>
          <a:xfrm flipH="1">
            <a:off x="0" y="3644910"/>
            <a:ext cx="1854200" cy="3213090"/>
          </a:xfrm>
          <a:prstGeom prst="rect">
            <a:avLst/>
          </a:prstGeom>
          <a:gradFill>
            <a:gsLst>
              <a:gs pos="60000">
                <a:schemeClr val="bg2">
                  <a:alpha val="0"/>
                </a:schemeClr>
              </a:gs>
              <a:gs pos="100000">
                <a:schemeClr val="accent6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29881"/>
      </p:ext>
    </p:extLst>
  </p:cSld>
  <p:clrMapOvr>
    <a:masterClrMapping/>
  </p:clrMapOvr>
  <p:hf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1">
              <a:rPr lang="en-US" smtClean="0"/>
              <a:t>6/17/2026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985917"/>
      </p:ext>
    </p:extLst>
  </p:cSld>
  <p:clrMapOvr>
    <a:masterClrMapping/>
  </p:clrMapOvr>
  <p:hf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6035040" cy="11887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B6B1A-D5A1-4BE6-F356-717BCDE641E2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10114"/>
            <a:ext cx="1759288" cy="365760"/>
          </a:xfrm>
        </p:spPr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F832-23A2-A613-62C4-CB5A46DFFD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0ECE9-B681-F022-60D1-1A016882C8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776" y="2629095"/>
            <a:ext cx="6286500" cy="3729912"/>
          </a:xfrm>
          <a:blipFill>
            <a:blip r:embed="rId2">
              <a:alphaModFix amt="60000"/>
            </a:blip>
            <a:stretch>
              <a:fillRect b="-13379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1124712"/>
            <a:ext cx="3683000" cy="523429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1E514-0366-08AF-7655-4232DA4DBADF}"/>
              </a:ext>
            </a:extLst>
          </p:cNvPr>
          <p:cNvSpPr/>
          <p:nvPr/>
        </p:nvSpPr>
        <p:spPr>
          <a:xfrm flipH="1">
            <a:off x="3009900" y="5797487"/>
            <a:ext cx="9182100" cy="1060512"/>
          </a:xfrm>
          <a:prstGeom prst="rect">
            <a:avLst/>
          </a:prstGeom>
          <a:gradFill>
            <a:gsLst>
              <a:gs pos="55000">
                <a:schemeClr val="bg2">
                  <a:alpha val="0"/>
                </a:schemeClr>
              </a:gs>
              <a:gs pos="100000">
                <a:schemeClr val="accent4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17AFFE-A609-63B8-B679-F0129190A122}"/>
              </a:ext>
            </a:extLst>
          </p:cNvPr>
          <p:cNvSpPr/>
          <p:nvPr/>
        </p:nvSpPr>
        <p:spPr>
          <a:xfrm rot="5400000" flipH="1">
            <a:off x="9426287" y="4092286"/>
            <a:ext cx="4807525" cy="723901"/>
          </a:xfrm>
          <a:prstGeom prst="rect">
            <a:avLst/>
          </a:prstGeom>
          <a:gradFill>
            <a:gsLst>
              <a:gs pos="47000">
                <a:schemeClr val="bg2">
                  <a:alpha val="0"/>
                </a:schemeClr>
              </a:gs>
              <a:gs pos="100000">
                <a:schemeClr val="accent3">
                  <a:lumMod val="40000"/>
                  <a:lumOff val="60000"/>
                  <a:alpha val="61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59759"/>
      </p:ext>
    </p:extLst>
  </p:cSld>
  <p:clrMapOvr>
    <a:masterClrMapping/>
  </p:clrMapOvr>
  <p:hf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60120"/>
            <a:ext cx="7726680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D40D1C1-6E49-4083-B78C-1B50EA73104C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42516" y="203862"/>
            <a:ext cx="237744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540537" y="203862"/>
            <a:ext cx="602991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1" y="2194560"/>
            <a:ext cx="772668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63152" y="0"/>
            <a:ext cx="3528848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A1B53F-5BA2-09DF-9A48-941699CA2D54}"/>
              </a:ext>
            </a:extLst>
          </p:cNvPr>
          <p:cNvCxnSpPr>
            <a:cxnSpLocks/>
          </p:cNvCxnSpPr>
          <p:nvPr/>
        </p:nvCxnSpPr>
        <p:spPr>
          <a:xfrm flipH="1">
            <a:off x="457202" y="751313"/>
            <a:ext cx="758952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44568"/>
      </p:ext>
    </p:extLst>
  </p:cSld>
  <p:clrMapOvr>
    <a:masterClrMapping/>
  </p:clrMapOvr>
  <p:hf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0016" y="957435"/>
            <a:ext cx="6400800" cy="885847"/>
          </a:xfrm>
        </p:spPr>
        <p:txBody>
          <a:bodyPr rIns="54864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" y="0"/>
            <a:ext cx="4698090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213149" y="212239"/>
            <a:ext cx="2208276" cy="365760"/>
          </a:xfrm>
        </p:spPr>
        <p:txBody>
          <a:bodyPr/>
          <a:lstStyle/>
          <a:p>
            <a:fld id="{E74C9532-5249-4EF8-9302-9703A89C50A6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619999" y="210114"/>
            <a:ext cx="22971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0016" y="2054715"/>
            <a:ext cx="6400800" cy="4502965"/>
          </a:xfrm>
        </p:spPr>
        <p:txBody>
          <a:bodyPr rIns="5486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D4FBA1-5448-1E5A-42E9-23AAC06CC512}"/>
              </a:ext>
            </a:extLst>
          </p:cNvPr>
          <p:cNvCxnSpPr>
            <a:cxnSpLocks/>
          </p:cNvCxnSpPr>
          <p:nvPr/>
        </p:nvCxnSpPr>
        <p:spPr>
          <a:xfrm flipH="1">
            <a:off x="5319887" y="751313"/>
            <a:ext cx="647739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602603"/>
      </p:ext>
    </p:extLst>
  </p:cSld>
  <p:clrMapOvr>
    <a:masterClrMapping/>
  </p:clrMapOvr>
  <p:hf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8137003"/>
      </p:ext>
    </p:extLst>
  </p:cSld>
  <p:clrMapOvr>
    <a:masterClrMapping/>
  </p:clrMapOvr>
  <p:hf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095712"/>
      </p:ext>
    </p:extLst>
  </p:cSld>
  <p:clrMapOvr>
    <a:masterClrMapping/>
  </p:clrMapOvr>
  <p:hf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387554"/>
      </p:ext>
    </p:extLst>
  </p:cSld>
  <p:clrMapOvr>
    <a:masterClrMapping/>
  </p:clrMapOvr>
  <p:hf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DD010CB8-5ADF-D96A-0AE8-D830AFDE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2485" y="1100831"/>
            <a:ext cx="3503935" cy="381182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7D3A11-047C-4AE4-9A54-AA0426E18492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5AA2D5-1683-397E-F373-FD43CF41C3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1192305"/>
            <a:ext cx="6354305" cy="5302119"/>
          </a:xfrm>
        </p:spPr>
        <p:txBody>
          <a:bodyPr anchor="b"/>
          <a:lstStyle>
            <a:lvl1pPr>
              <a:lnSpc>
                <a:spcPct val="85000"/>
              </a:lnSpc>
              <a:defRPr sz="167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889F67-0B6B-A4B3-54DF-0A8015E5486C}"/>
              </a:ext>
            </a:extLst>
          </p:cNvPr>
          <p:cNvCxnSpPr>
            <a:cxnSpLocks/>
          </p:cNvCxnSpPr>
          <p:nvPr/>
        </p:nvCxnSpPr>
        <p:spPr>
          <a:xfrm flipV="1">
            <a:off x="7083125" y="1192305"/>
            <a:ext cx="0" cy="4711453"/>
          </a:xfrm>
          <a:prstGeom prst="line">
            <a:avLst/>
          </a:prstGeom>
          <a:ln w="6350">
            <a:solidFill>
              <a:schemeClr val="tx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16027"/>
      </p:ext>
    </p:extLst>
  </p:cSld>
  <p:clrMapOvr>
    <a:masterClrMapping/>
  </p:clrMapOvr>
  <p:hf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789B03-A237-8E25-DB32-95E92EBCC3A2}"/>
              </a:ext>
            </a:extLst>
          </p:cNvPr>
          <p:cNvSpPr/>
          <p:nvPr/>
        </p:nvSpPr>
        <p:spPr>
          <a:xfrm rot="10800000" flipH="1" flipV="1">
            <a:off x="1175658" y="0"/>
            <a:ext cx="11016342" cy="6858000"/>
          </a:xfrm>
          <a:prstGeom prst="rect">
            <a:avLst/>
          </a:prstGeom>
          <a:gradFill flip="none" rotWithShape="1">
            <a:gsLst>
              <a:gs pos="61500">
                <a:schemeClr val="accent1">
                  <a:alpha val="50000"/>
                </a:schemeClr>
              </a:gs>
              <a:gs pos="40000">
                <a:schemeClr val="accent5">
                  <a:alpha val="50000"/>
                </a:schemeClr>
              </a:gs>
              <a:gs pos="6000">
                <a:schemeClr val="bg2"/>
              </a:gs>
              <a:gs pos="9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51B9B-74D4-3A3F-E369-214B13D8B83C}"/>
              </a:ext>
            </a:extLst>
          </p:cNvPr>
          <p:cNvSpPr/>
          <p:nvPr/>
        </p:nvSpPr>
        <p:spPr>
          <a:xfrm rot="16200000" flipV="1">
            <a:off x="6267450" y="933451"/>
            <a:ext cx="6858000" cy="4991099"/>
          </a:xfrm>
          <a:prstGeom prst="rect">
            <a:avLst/>
          </a:prstGeom>
          <a:gradFill>
            <a:gsLst>
              <a:gs pos="3000">
                <a:schemeClr val="accent6">
                  <a:lumMod val="75000"/>
                </a:schemeClr>
              </a:gs>
              <a:gs pos="65000">
                <a:schemeClr val="accent4">
                  <a:lumMod val="50000"/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D28BDD-509C-1D92-D003-9C8B1DAEC620}"/>
              </a:ext>
            </a:extLst>
          </p:cNvPr>
          <p:cNvSpPr/>
          <p:nvPr/>
        </p:nvSpPr>
        <p:spPr>
          <a:xfrm flipH="1" flipV="1">
            <a:off x="2764971" y="4219356"/>
            <a:ext cx="9427029" cy="2638644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2000">
                <a:schemeClr val="bg2">
                  <a:alpha val="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6BBCE4-74E2-A371-85F6-5E780BA94CAA}"/>
              </a:ext>
            </a:extLst>
          </p:cNvPr>
          <p:cNvSpPr/>
          <p:nvPr/>
        </p:nvSpPr>
        <p:spPr>
          <a:xfrm flipV="1">
            <a:off x="1524" y="1858018"/>
            <a:ext cx="12188952" cy="4999982"/>
          </a:xfrm>
          <a:prstGeom prst="rect">
            <a:avLst/>
          </a:prstGeom>
          <a:gradFill>
            <a:gsLst>
              <a:gs pos="28000">
                <a:schemeClr val="bg2"/>
              </a:gs>
              <a:gs pos="56000">
                <a:schemeClr val="bg2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400EE4-4D39-7F3B-C68E-A9F042877A92}"/>
              </a:ext>
            </a:extLst>
          </p:cNvPr>
          <p:cNvCxnSpPr>
            <a:cxnSpLocks/>
          </p:cNvCxnSpPr>
          <p:nvPr/>
        </p:nvCxnSpPr>
        <p:spPr>
          <a:xfrm flipH="1">
            <a:off x="394716" y="486815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0">
            <a:extLst>
              <a:ext uri="{FF2B5EF4-FFF2-40B4-BE49-F238E27FC236}">
                <a16:creationId xmlns:a16="http://schemas.microsoft.com/office/drawing/2014/main" id="{2548AAB2-8D73-965E-CC0B-7865E812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1" y="5056104"/>
            <a:ext cx="5320284" cy="1322290"/>
          </a:xfrm>
        </p:spPr>
        <p:txBody>
          <a:bodyPr anchor="t"/>
          <a:lstStyle>
            <a:lvl1pPr algn="r">
              <a:lnSpc>
                <a:spcPct val="120000"/>
              </a:lnSpc>
              <a:spcBef>
                <a:spcPts val="1000"/>
              </a:spcBef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59F1889-15CA-49B5-957D-AFEE32125C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8B8EC79-A8CC-7A55-D80D-9F557250E7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0317C40-C1F7-2A61-6EFC-9DBC558744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D9D57452-6086-AD7E-BB02-6CEEDA9582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965289"/>
            <a:ext cx="11087974" cy="3423256"/>
          </a:xfrm>
        </p:spPr>
        <p:txBody>
          <a:bodyPr anchor="t"/>
          <a:lstStyle>
            <a:lvl1pPr>
              <a:lnSpc>
                <a:spcPct val="85000"/>
              </a:lnSpc>
              <a:defRPr sz="2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840991326"/>
      </p:ext>
    </p:extLst>
  </p:cSld>
  <p:clrMapOvr>
    <a:masterClrMapping/>
  </p:clrMapOvr>
  <p:hf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D28BDD-509C-1D92-D003-9C8B1DAEC620}"/>
              </a:ext>
            </a:extLst>
          </p:cNvPr>
          <p:cNvSpPr/>
          <p:nvPr/>
        </p:nvSpPr>
        <p:spPr>
          <a:xfrm flipH="1" flipV="1">
            <a:off x="-1" y="2200164"/>
            <a:ext cx="12192000" cy="4657836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789B03-A237-8E25-DB32-95E92EBCC3A2}"/>
              </a:ext>
            </a:extLst>
          </p:cNvPr>
          <p:cNvSpPr/>
          <p:nvPr/>
        </p:nvSpPr>
        <p:spPr>
          <a:xfrm rot="10800000" flipH="1" flipV="1">
            <a:off x="5325644" y="726090"/>
            <a:ext cx="6866356" cy="6131909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60000"/>
                  <a:lumOff val="40000"/>
                  <a:alpha val="67000"/>
                </a:schemeClr>
              </a:gs>
              <a:gs pos="5000">
                <a:schemeClr val="tx2">
                  <a:alpha val="94000"/>
                </a:schemeClr>
              </a:gs>
              <a:gs pos="70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51B9B-74D4-3A3F-E369-214B13D8B83C}"/>
              </a:ext>
            </a:extLst>
          </p:cNvPr>
          <p:cNvSpPr/>
          <p:nvPr/>
        </p:nvSpPr>
        <p:spPr>
          <a:xfrm rot="16200000" flipV="1">
            <a:off x="6683189" y="1349189"/>
            <a:ext cx="6858000" cy="415962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3000">
                <a:schemeClr val="bg2"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400EE4-4D39-7F3B-C68E-A9F042877A92}"/>
              </a:ext>
            </a:extLst>
          </p:cNvPr>
          <p:cNvCxnSpPr>
            <a:cxnSpLocks/>
          </p:cNvCxnSpPr>
          <p:nvPr/>
        </p:nvCxnSpPr>
        <p:spPr>
          <a:xfrm flipH="1">
            <a:off x="394716" y="487636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0">
            <a:extLst>
              <a:ext uri="{FF2B5EF4-FFF2-40B4-BE49-F238E27FC236}">
                <a16:creationId xmlns:a16="http://schemas.microsoft.com/office/drawing/2014/main" id="{6E27F960-EB1F-031C-F95C-2380BB06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949" y="5125006"/>
            <a:ext cx="8420100" cy="728222"/>
          </a:xfrm>
        </p:spPr>
        <p:txBody>
          <a:bodyPr anchor="ctr"/>
          <a:lstStyle>
            <a:lvl1pPr algn="ctr">
              <a:lnSpc>
                <a:spcPct val="120000"/>
              </a:lnSpc>
              <a:spcBef>
                <a:spcPts val="1000"/>
              </a:spcBef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A34236BC-4366-0C69-F209-C904D38401F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23900" y="726090"/>
            <a:ext cx="10744200" cy="3860382"/>
          </a:xfrm>
        </p:spPr>
        <p:txBody>
          <a:bodyPr anchor="b"/>
          <a:lstStyle>
            <a:lvl1pPr algn="ctr">
              <a:lnSpc>
                <a:spcPct val="85000"/>
              </a:lnSpc>
              <a:defRPr sz="255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7591FD-2E75-A22D-FBA7-02D7E815F645}"/>
              </a:ext>
            </a:extLst>
          </p:cNvPr>
          <p:cNvCxnSpPr>
            <a:cxnSpLocks/>
          </p:cNvCxnSpPr>
          <p:nvPr/>
        </p:nvCxnSpPr>
        <p:spPr>
          <a:xfrm flipH="1">
            <a:off x="394716" y="6091872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8FB55F3-AB08-16DF-AAC9-DD747B27C4E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6286290"/>
            <a:ext cx="1759288" cy="365760"/>
          </a:xfrm>
        </p:spPr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16155A7-4EE1-631B-DE09-AD84BEA5F7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22485" y="628629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711E54C-F006-9166-CC7B-F217541169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628629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9852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4942677"/>
      </p:ext>
    </p:extLst>
  </p:cSld>
  <p:clrMapOvr>
    <a:masterClrMapping/>
  </p:clrMapOvr>
  <p:hf hdr="0" ft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2CF1CF0-C3ED-5EA1-C726-EBAC66FC459E}"/>
              </a:ext>
            </a:extLst>
          </p:cNvPr>
          <p:cNvGrpSpPr/>
          <p:nvPr/>
        </p:nvGrpSpPr>
        <p:grpSpPr>
          <a:xfrm rot="10800000">
            <a:off x="1" y="0"/>
            <a:ext cx="12190476" cy="6858000"/>
            <a:chOff x="-9781" y="3912"/>
            <a:chExt cx="12211365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BA6A3A-21BC-BCE6-BC2B-B42FA75A49EF}"/>
                </a:ext>
              </a:extLst>
            </p:cNvPr>
            <p:cNvSpPr/>
            <p:nvPr/>
          </p:nvSpPr>
          <p:spPr>
            <a:xfrm>
              <a:off x="-9780" y="3912"/>
              <a:ext cx="12209838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B24053-097C-6D55-5E0C-0603408E5C88}"/>
                </a:ext>
              </a:extLst>
            </p:cNvPr>
            <p:cNvSpPr/>
            <p:nvPr/>
          </p:nvSpPr>
          <p:spPr>
            <a:xfrm rot="5400000" flipH="1">
              <a:off x="2666140" y="-2672008"/>
              <a:ext cx="6857996" cy="12209838"/>
            </a:xfrm>
            <a:prstGeom prst="rect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5000">
                  <a:schemeClr val="accent1">
                    <a:lumMod val="75000"/>
                    <a:alpha val="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536FF5-9154-5325-5E33-F0EC96653800}"/>
                </a:ext>
              </a:extLst>
            </p:cNvPr>
            <p:cNvSpPr/>
            <p:nvPr/>
          </p:nvSpPr>
          <p:spPr>
            <a:xfrm rot="16200000" flipH="1">
              <a:off x="2666139" y="-2672007"/>
              <a:ext cx="6858000" cy="1220983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FC185B-E462-A41C-3F22-C8625064206D}"/>
                </a:ext>
              </a:extLst>
            </p:cNvPr>
            <p:cNvSpPr/>
            <p:nvPr/>
          </p:nvSpPr>
          <p:spPr>
            <a:xfrm rot="5400000">
              <a:off x="4173989" y="-1164157"/>
              <a:ext cx="3842298" cy="12209838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48000">
                  <a:schemeClr val="accent1">
                    <a:lumMod val="50000"/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9986CB-27CC-E8D1-6341-4F461EB28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5681150" y="3912"/>
              <a:ext cx="6520434" cy="6858000"/>
            </a:xfrm>
            <a:prstGeom prst="rect">
              <a:avLst/>
            </a:prstGeom>
            <a:gradFill flip="none" rotWithShape="1">
              <a:gsLst>
                <a:gs pos="8000">
                  <a:schemeClr val="bg2"/>
                </a:gs>
                <a:gs pos="71000">
                  <a:schemeClr val="accent6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BFD9073-9E84-4C56-B5C8-FA6026186803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926628"/>
            <a:ext cx="8420099" cy="32299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54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880333"/>
      </p:ext>
    </p:extLst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C5C2AD-3C50-C089-D649-A6D2273BB610}"/>
              </a:ext>
            </a:extLst>
          </p:cNvPr>
          <p:cNvSpPr/>
          <p:nvPr/>
        </p:nvSpPr>
        <p:spPr>
          <a:xfrm rot="16200000" flipH="1">
            <a:off x="5328160" y="-27729"/>
            <a:ext cx="1537858" cy="12189821"/>
          </a:xfrm>
          <a:prstGeom prst="rect">
            <a:avLst/>
          </a:prstGeom>
          <a:gradFill>
            <a:gsLst>
              <a:gs pos="38000">
                <a:schemeClr val="accent1">
                  <a:lumMod val="75000"/>
                  <a:alpha val="0"/>
                </a:schemeClr>
              </a:gs>
              <a:gs pos="96000">
                <a:schemeClr val="accent3">
                  <a:lumMod val="60000"/>
                  <a:lumOff val="4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D71008-F1A2-4E65-9AFD-4970D8007661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61286-C2FC-AEA2-F983-2178EAD2A63F}"/>
              </a:ext>
            </a:extLst>
          </p:cNvPr>
          <p:cNvSpPr/>
          <p:nvPr/>
        </p:nvSpPr>
        <p:spPr>
          <a:xfrm flipH="1" flipV="1">
            <a:off x="-3" y="2058528"/>
            <a:ext cx="8585201" cy="4799472"/>
          </a:xfrm>
          <a:prstGeom prst="rect">
            <a:avLst/>
          </a:prstGeom>
          <a:gradFill flip="none" rotWithShape="1">
            <a:gsLst>
              <a:gs pos="69000">
                <a:schemeClr val="accent1">
                  <a:alpha val="0"/>
                </a:schemeClr>
              </a:gs>
              <a:gs pos="30000">
                <a:schemeClr val="accent3">
                  <a:lumMod val="60000"/>
                  <a:lumOff val="40000"/>
                  <a:alpha val="47000"/>
                </a:schemeClr>
              </a:gs>
              <a:gs pos="0">
                <a:schemeClr val="tx1">
                  <a:alpha val="88000"/>
                </a:schemeClr>
              </a:gs>
              <a:gs pos="100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601D0-F929-5C7E-ABB1-EDAE306F5314}"/>
              </a:ext>
            </a:extLst>
          </p:cNvPr>
          <p:cNvSpPr/>
          <p:nvPr/>
        </p:nvSpPr>
        <p:spPr>
          <a:xfrm>
            <a:off x="0" y="5298252"/>
            <a:ext cx="11044517" cy="1559747"/>
          </a:xfrm>
          <a:prstGeom prst="rect">
            <a:avLst/>
          </a:prstGeom>
          <a:gradFill>
            <a:gsLst>
              <a:gs pos="36000">
                <a:schemeClr val="accent6">
                  <a:alpha val="0"/>
                </a:schemeClr>
              </a:gs>
              <a:gs pos="91000">
                <a:schemeClr val="bg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F0725A-63D2-3C07-3E64-787784EF748D}"/>
              </a:ext>
            </a:extLst>
          </p:cNvPr>
          <p:cNvSpPr/>
          <p:nvPr/>
        </p:nvSpPr>
        <p:spPr>
          <a:xfrm>
            <a:off x="-1" y="1719695"/>
            <a:ext cx="12189822" cy="35785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952500"/>
            <a:ext cx="9296400" cy="357855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4628563"/>
      </p:ext>
    </p:extLst>
  </p:cSld>
  <p:clrMapOvr>
    <a:masterClrMapping/>
  </p:clrMapOvr>
  <p:hf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986CB-27CC-E8D1-6341-4F461EB2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055" y="3"/>
            <a:ext cx="5597866" cy="6857997"/>
          </a:xfrm>
          <a:prstGeom prst="rect">
            <a:avLst/>
          </a:prstGeom>
          <a:gradFill flip="none" rotWithShape="1">
            <a:gsLst>
              <a:gs pos="1149">
                <a:schemeClr val="bg2">
                  <a:alpha val="0"/>
                </a:schemeClr>
              </a:gs>
              <a:gs pos="31000">
                <a:schemeClr val="bg2"/>
              </a:gs>
              <a:gs pos="78000">
                <a:schemeClr val="accent6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B24053-097C-6D55-5E0C-0603408E5C88}"/>
              </a:ext>
            </a:extLst>
          </p:cNvPr>
          <p:cNvSpPr/>
          <p:nvPr userDrawn="1"/>
        </p:nvSpPr>
        <p:spPr>
          <a:xfrm rot="16200000" flipH="1">
            <a:off x="-801968" y="801971"/>
            <a:ext cx="6647886" cy="504394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64000">
                <a:schemeClr val="accent1">
                  <a:lumMod val="75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CFC7E7-57B7-4617-A947-41F006E88028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00478-6B9C-F9F2-C4B5-C9452F94C79C}"/>
              </a:ext>
            </a:extLst>
          </p:cNvPr>
          <p:cNvSpPr/>
          <p:nvPr userDrawn="1"/>
        </p:nvSpPr>
        <p:spPr>
          <a:xfrm rot="5400000" flipH="1">
            <a:off x="-433217" y="436937"/>
            <a:ext cx="6838297" cy="6003826"/>
          </a:xfrm>
          <a:prstGeom prst="rect">
            <a:avLst/>
          </a:prstGeom>
          <a:gradFill flip="none" rotWithShape="1">
            <a:gsLst>
              <a:gs pos="23000">
                <a:schemeClr val="bg2"/>
              </a:gs>
              <a:gs pos="55000">
                <a:schemeClr val="bg2">
                  <a:alpha val="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36FF5-9154-5325-5E33-F0EC96653800}"/>
              </a:ext>
            </a:extLst>
          </p:cNvPr>
          <p:cNvSpPr/>
          <p:nvPr userDrawn="1"/>
        </p:nvSpPr>
        <p:spPr>
          <a:xfrm rot="5400000" flipH="1">
            <a:off x="3491683" y="1418303"/>
            <a:ext cx="1932033" cy="8947354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53000">
                <a:schemeClr val="bg2">
                  <a:alpha val="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EC4EF12-D46B-1903-6274-05152A8CAB6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0" y="762000"/>
            <a:ext cx="5717459" cy="5334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800"/>
            </a:lvl1pPr>
            <a:lvl2pPr>
              <a:lnSpc>
                <a:spcPct val="100000"/>
              </a:lnSpc>
              <a:defRPr sz="4400"/>
            </a:lvl2pPr>
            <a:lvl3pPr>
              <a:lnSpc>
                <a:spcPct val="100000"/>
              </a:lnSpc>
              <a:defRPr sz="4000"/>
            </a:lvl3pPr>
            <a:lvl4pPr>
              <a:lnSpc>
                <a:spcPct val="100000"/>
              </a:lnSpc>
              <a:defRPr sz="3600"/>
            </a:lvl4pPr>
            <a:lvl5pPr>
              <a:lnSpc>
                <a:spcPct val="100000"/>
              </a:lnSpc>
              <a:defRPr sz="320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2671408"/>
      </p:ext>
    </p:extLst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 userDrawn="1"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013275"/>
      </p:ext>
    </p:extLst>
  </p:cSld>
  <p:clrMapOvr>
    <a:masterClrMapping/>
  </p:clrMapOvr>
  <p:hf hdr="0" ft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5383F-36EC-D5B0-180D-4D5F853027D1}"/>
              </a:ext>
            </a:extLst>
          </p:cNvPr>
          <p:cNvSpPr/>
          <p:nvPr/>
        </p:nvSpPr>
        <p:spPr>
          <a:xfrm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10000">
                <a:schemeClr val="accent3">
                  <a:lumMod val="60000"/>
                  <a:lumOff val="40000"/>
                  <a:alpha val="75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B5E5C4-3819-D8FF-73C4-648E36786FBE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gradFill>
            <a:gsLst>
              <a:gs pos="27000">
                <a:schemeClr val="accent2"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EFB336-7C01-1B2B-DE9C-135CE71E2AF4}"/>
              </a:ext>
            </a:extLst>
          </p:cNvPr>
          <p:cNvSpPr/>
          <p:nvPr/>
        </p:nvSpPr>
        <p:spPr>
          <a:xfrm rot="10800000" flipH="1">
            <a:off x="3048" y="1"/>
            <a:ext cx="12188952" cy="5601805"/>
          </a:xfrm>
          <a:prstGeom prst="rect">
            <a:avLst/>
          </a:prstGeom>
          <a:gradFill flip="none" rotWithShape="1">
            <a:gsLst>
              <a:gs pos="56000">
                <a:schemeClr val="accent1">
                  <a:alpha val="0"/>
                </a:schemeClr>
              </a:gs>
              <a:gs pos="89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5326" y="4967784"/>
            <a:ext cx="7241347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A4A468-500F-41B2-B72F-78A325FCC0DA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75326" y="1405719"/>
            <a:ext cx="7241347" cy="3261814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4849123"/>
      </p:ext>
    </p:extLst>
  </p:cSld>
  <p:clrMapOvr>
    <a:masterClrMapping/>
  </p:clrMapOvr>
  <p:hf hdr="0" ft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2C5369-3140-EE0E-90D0-D10162CA9486}"/>
              </a:ext>
            </a:extLst>
          </p:cNvPr>
          <p:cNvSpPr/>
          <p:nvPr/>
        </p:nvSpPr>
        <p:spPr>
          <a:xfrm flipH="1">
            <a:off x="8215952" y="0"/>
            <a:ext cx="3976048" cy="6858000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11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5336274"/>
            <a:ext cx="8607140" cy="683525"/>
          </a:xfrm>
        </p:spPr>
        <p:txBody>
          <a:bodyPr anchor="ctr">
            <a:normAutofit/>
          </a:bodyPr>
          <a:lstStyle>
            <a:lvl1pPr marL="137160" indent="-137160">
              <a:defRPr sz="180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20F3D-C559-60AA-7FD0-657FB2431DB3}"/>
              </a:ext>
            </a:extLst>
          </p:cNvPr>
          <p:cNvSpPr/>
          <p:nvPr/>
        </p:nvSpPr>
        <p:spPr>
          <a:xfrm flipH="1">
            <a:off x="8215952" y="0"/>
            <a:ext cx="3976048" cy="6858000"/>
          </a:xfrm>
          <a:prstGeom prst="rect">
            <a:avLst/>
          </a:prstGeom>
          <a:gradFill>
            <a:gsLst>
              <a:gs pos="75000">
                <a:schemeClr val="bg2">
                  <a:alpha val="0"/>
                </a:schemeClr>
              </a:gs>
              <a:gs pos="96000">
                <a:schemeClr val="accent3">
                  <a:lumMod val="60000"/>
                  <a:lumOff val="40000"/>
                  <a:alpha val="65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E200B1-3B6B-802E-E076-92826DD27EA2}"/>
              </a:ext>
            </a:extLst>
          </p:cNvPr>
          <p:cNvCxnSpPr>
            <a:cxnSpLocks/>
          </p:cNvCxnSpPr>
          <p:nvPr/>
        </p:nvCxnSpPr>
        <p:spPr>
          <a:xfrm flipH="1">
            <a:off x="394716" y="489532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BAF11E-83FD-0A35-2B1B-893C4D55AE9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C8F38B5-19FF-BF8F-54FC-894E66C406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1EB385-BC70-148F-174E-479BEC0F52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714500"/>
            <a:ext cx="8587285" cy="262548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3571414"/>
      </p:ext>
    </p:extLst>
  </p:cSld>
  <p:clrMapOvr>
    <a:masterClrMapping/>
  </p:clrMapOvr>
  <p:hf hdr="0" ft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6362068"/>
      </p:ext>
    </p:extLst>
  </p:cSld>
  <p:clrMapOvr>
    <a:masterClrMapping/>
  </p:clrMapOvr>
  <p:hf hdr="0" ft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8004564"/>
      </p:ext>
    </p:extLst>
  </p:cSld>
  <p:clrMapOvr>
    <a:masterClrMapping/>
  </p:clrMapOvr>
  <p:hf hdr="0" ft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83230"/>
            <a:ext cx="9830017" cy="877376"/>
          </a:xfrm>
        </p:spPr>
        <p:txBody>
          <a:bodyPr anchor="t">
            <a:norm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F24436-170D-487D-ADBB-C24D74D1C150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261CB-4EFB-BCD1-842F-3895D3F35D6A}"/>
              </a:ext>
            </a:extLst>
          </p:cNvPr>
          <p:cNvSpPr/>
          <p:nvPr/>
        </p:nvSpPr>
        <p:spPr>
          <a:xfrm rot="10800000">
            <a:off x="0" y="2221515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/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1813EA-BFDF-185B-80F0-B1786A1A10E5}"/>
              </a:ext>
            </a:extLst>
          </p:cNvPr>
          <p:cNvSpPr/>
          <p:nvPr/>
        </p:nvSpPr>
        <p:spPr>
          <a:xfrm rot="16200000" flipH="1">
            <a:off x="7850483" y="-294964"/>
            <a:ext cx="1825034" cy="6858000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3"/>
              </a:gs>
            </a:gsLst>
            <a:lin ang="9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41964" y="3429000"/>
            <a:ext cx="8226135" cy="243471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200" dirty="0"/>
            </a:lvl2pPr>
            <a:lvl3pPr marL="457200" indent="0">
              <a:buNone/>
              <a:defRPr lang="en-US" sz="1100" dirty="0"/>
            </a:lvl3pPr>
            <a:lvl4pPr marL="685800" indent="0">
              <a:buNone/>
              <a:defRPr lang="en-US" sz="1050" dirty="0"/>
            </a:lvl4pPr>
            <a:lvl5pPr marL="914400" indent="0">
              <a:buNone/>
              <a:defRPr lang="en-US" sz="10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783649"/>
      </p:ext>
    </p:extLst>
  </p:cSld>
  <p:clrMapOvr>
    <a:masterClrMapping/>
  </p:clrMapOvr>
  <p:hf hdr="0" ft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9316"/>
      </p:ext>
    </p:extLst>
  </p:cSld>
  <p:clrMapOvr>
    <a:masterClrMapping/>
  </p:clrMapOvr>
  <p:hf hdr="0" ft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6/17/2026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 userDrawn="1"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85537"/>
      </p:ext>
    </p:extLst>
  </p:cSld>
  <p:clrMapOvr>
    <a:masterClrMapping/>
  </p:clrMapOvr>
  <p:hf hdr="0" ft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18767"/>
      </p:ext>
    </p:extLst>
  </p:cSld>
  <p:clrMapOvr>
    <a:masterClrMapping/>
  </p:clrMapOvr>
  <p:hf hdr="0" ft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08863"/>
      </p:ext>
    </p:extLst>
  </p:cSld>
  <p:clrMapOvr>
    <a:masterClrMapping/>
  </p:clrMapOvr>
  <p:hf hdr="0" ft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3543299" cy="162741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23AD-184F-4273-AC4F-854D3B259B85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752" y="2857605"/>
            <a:ext cx="3543299" cy="3534229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0" y="1124712"/>
            <a:ext cx="6309360" cy="52197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6F58E-0CCE-AAF7-6F0A-E0B0FFF62A10}"/>
              </a:ext>
            </a:extLst>
          </p:cNvPr>
          <p:cNvSpPr/>
          <p:nvPr/>
        </p:nvSpPr>
        <p:spPr>
          <a:xfrm>
            <a:off x="-3" y="5655733"/>
            <a:ext cx="12191999" cy="1202267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6349"/>
      </p:ext>
    </p:extLst>
  </p:cSld>
  <p:clrMapOvr>
    <a:masterClrMapping/>
  </p:clrMapOvr>
  <p:hf hdr="0" ft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3546235" cy="153307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07E4E07-E412-47A0-AB1E-CAAABECD1A31}" type="datetime1">
              <a:rPr lang="en-US" smtClean="0"/>
              <a:t>6/17/2026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752" y="2706914"/>
            <a:ext cx="3236976" cy="355386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12080" y="1009816"/>
            <a:ext cx="6979920" cy="585657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87105212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977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38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2" r:id="rId17"/>
    <p:sldLayoutId id="2147483833" r:id="rId18"/>
    <p:sldLayoutId id="2147483835" r:id="rId19"/>
    <p:sldLayoutId id="2147483836" r:id="rId20"/>
    <p:sldLayoutId id="2147483837" r:id="rId21"/>
    <p:sldLayoutId id="2147483839" r:id="rId22"/>
    <p:sldLayoutId id="2147483840" r:id="rId23"/>
    <p:sldLayoutId id="2147483841" r:id="rId24"/>
    <p:sldLayoutId id="2147483842" r:id="rId25"/>
    <p:sldLayoutId id="2147483844" r:id="rId26"/>
    <p:sldLayoutId id="2147483845" r:id="rId27"/>
    <p:sldLayoutId id="2147483846" r:id="rId28"/>
    <p:sldLayoutId id="2147483847" r:id="rId29"/>
    <p:sldLayoutId id="2147483848" r:id="rId30"/>
    <p:sldLayoutId id="2147483849" r:id="rId31"/>
    <p:sldLayoutId id="2147483850" r:id="rId32"/>
    <p:sldLayoutId id="2147483851" r:id="rId33"/>
    <p:sldLayoutId id="2147483852" r:id="rId34"/>
    <p:sldLayoutId id="2147483855" r:id="rId35"/>
    <p:sldLayoutId id="2147483856" r:id="rId36"/>
    <p:sldLayoutId id="2147483857" r:id="rId37"/>
    <p:sldLayoutId id="2147483858" r:id="rId38"/>
    <p:sldLayoutId id="2147483859" r:id="rId39"/>
    <p:sldLayoutId id="2147483861" r:id="rId40"/>
    <p:sldLayoutId id="2147483862" r:id="rId41"/>
    <p:sldLayoutId id="2147483863" r:id="rId42"/>
    <p:sldLayoutId id="2147483864" r:id="rId43"/>
    <p:sldLayoutId id="2147483865" r:id="rId44"/>
    <p:sldLayoutId id="2147483866" r:id="rId45"/>
    <p:sldLayoutId id="2147483867" r:id="rId46"/>
    <p:sldLayoutId id="2147483868" r:id="rId47"/>
    <p:sldLayoutId id="2147483870" r:id="rId48"/>
    <p:sldLayoutId id="2147483871" r:id="rId49"/>
    <p:sldLayoutId id="2147483872" r:id="rId50"/>
    <p:sldLayoutId id="2147483873" r:id="rId51"/>
    <p:sldLayoutId id="2147483874" r:id="rId52"/>
    <p:sldLayoutId id="2147483875" r:id="rId53"/>
    <p:sldLayoutId id="2147483876" r:id="rId54"/>
    <p:sldLayoutId id="2147483877" r:id="rId55"/>
    <p:sldLayoutId id="2147483878" r:id="rId56"/>
    <p:sldLayoutId id="2147483879" r:id="rId57"/>
    <p:sldLayoutId id="2147483880" r:id="rId58"/>
    <p:sldLayoutId id="2147483881" r:id="rId59"/>
    <p:sldLayoutId id="2147483882" r:id="rId60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 userDrawn="1">
          <p15:clr>
            <a:srgbClr val="F26B43"/>
          </p15:clr>
        </p15:guide>
        <p15:guide id="22" orient="horz" pos="2160" userDrawn="1">
          <p15:clr>
            <a:srgbClr val="F26B43"/>
          </p15:clr>
        </p15:guide>
        <p15:guide id="23" pos="4800" userDrawn="1">
          <p15:clr>
            <a:srgbClr val="F26B43"/>
          </p15:clr>
        </p15:guide>
        <p15:guide id="24" orient="horz" pos="480" userDrawn="1">
          <p15:clr>
            <a:srgbClr val="F26B43"/>
          </p15:clr>
        </p15:guide>
        <p15:guide id="25" orient="horz" pos="864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pos="3840" userDrawn="1">
          <p15:clr>
            <a:srgbClr val="F26B43"/>
          </p15:clr>
        </p15:guide>
        <p15:guide id="28" pos="240" userDrawn="1">
          <p15:clr>
            <a:srgbClr val="F26B43"/>
          </p15:clr>
        </p15:guide>
        <p15:guide id="29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B79E83D-3861-04DB-55C4-E8A5AE9C8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F602C14-387E-56A4-EE7D-CD69FC70A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648226" cy="6857999"/>
          </a:xfrm>
        </p:spPr>
        <p:txBody>
          <a:bodyPr/>
          <a:lstStyle/>
          <a:p>
            <a:r>
              <a:rPr lang="en-US"/>
              <a:t>Machine Learning Gen-Z College Admission </a:t>
            </a:r>
            <a:r>
              <a:rPr lang="en-US" dirty="0"/>
              <a:t>Rates</a:t>
            </a:r>
            <a:br>
              <a:rPr lang="en-US" dirty="0"/>
            </a:b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66C8FFB-F995-A7E3-87E1-AF564250C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" y="2973388"/>
            <a:ext cx="3577829" cy="1568847"/>
          </a:xfrm>
        </p:spPr>
        <p:txBody>
          <a:bodyPr>
            <a:noAutofit/>
          </a:bodyPr>
          <a:lstStyle/>
          <a:p>
            <a:r>
              <a:rPr lang="en-US" sz="2000"/>
              <a:t>By Jhair Morales, Raul Moreno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9E76C-BD5C-5C0A-4719-29DD86BA92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A2C9-F0CF-D9F9-E57D-10963768A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Problem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111BD-6C63-A7FF-BF2A-F8A80FC0287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335B5-DEF2-10CF-5918-4D91A75815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E8ACB-E851-A30E-853F-183547723C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/>
              <a:t>The purpose of this project is to create a machine learning model capable of predicting the outcome of a college admission. Focuses solely on the Gen-Z generation (1997 – 2012).</a:t>
            </a:r>
          </a:p>
          <a:p>
            <a:r>
              <a:rPr lang="en-US" sz="1800"/>
              <a:t>College admissions are influenced by many factors, mostly </a:t>
            </a:r>
            <a:r>
              <a:rPr lang="en-US" sz="1800" err="1"/>
              <a:t>academi</a:t>
            </a:r>
            <a:r>
              <a:rPr lang="en-US" sz="1800"/>
              <a:t>c.</a:t>
            </a:r>
          </a:p>
          <a:p>
            <a:r>
              <a:rPr lang="en-US" sz="1800"/>
              <a:t>By predicting what factors are contributing to admission acceptance, schools can help support students towards academic success. </a:t>
            </a:r>
            <a:endParaRPr lang="en-US"/>
          </a:p>
          <a:p>
            <a:r>
              <a:rPr lang="en-US" sz="1800"/>
              <a:t>This project researches which machine learning models performs best.</a:t>
            </a:r>
          </a:p>
          <a:p>
            <a:br>
              <a:rPr lang="en-US" sz="1800"/>
            </a:br>
            <a:endParaRPr lang="en-US" sz="1800"/>
          </a:p>
          <a:p>
            <a:endParaRPr lang="en-US" sz="1800"/>
          </a:p>
          <a:p>
            <a:pPr marL="285750" indent="-285750">
              <a:buChar char="•"/>
            </a:pPr>
            <a:endParaRPr lang="en-US"/>
          </a:p>
        </p:txBody>
      </p:sp>
      <p:pic>
        <p:nvPicPr>
          <p:cNvPr id="7" name="Picture 6" descr="Success Images Free">
            <a:extLst>
              <a:ext uri="{FF2B5EF4-FFF2-40B4-BE49-F238E27FC236}">
                <a16:creationId xmlns:a16="http://schemas.microsoft.com/office/drawing/2014/main" id="{ED2E4AA6-5FDC-A9B6-078F-4044416A8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571" y="3745808"/>
            <a:ext cx="3630214" cy="281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0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D4C0-FB21-1106-F9F8-11CBB584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Dataset Overview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0823BA-9A7A-EBA7-8C66-7EF855C3D5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77541-808E-86C1-5E1A-7492222511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F41B8-3158-6E8F-6F56-2AF264BC65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/>
              <a:t>Data obtained from Kaggle, over 1 million student records.</a:t>
            </a:r>
          </a:p>
          <a:p>
            <a:r>
              <a:rPr lang="en-US" sz="1800"/>
              <a:t>Surveys students in academic and personal factors such as </a:t>
            </a:r>
          </a:p>
          <a:p>
            <a:pPr marL="285750" indent="-285750">
              <a:buChar char="•"/>
            </a:pPr>
            <a:r>
              <a:rPr lang="en-US" sz="1800"/>
              <a:t>State</a:t>
            </a:r>
          </a:p>
          <a:p>
            <a:pPr marL="285750" indent="-285750">
              <a:buChar char="•"/>
            </a:pPr>
            <a:r>
              <a:rPr lang="en-US" sz="1800"/>
              <a:t>Family Income</a:t>
            </a:r>
          </a:p>
          <a:p>
            <a:pPr marL="285750" indent="-285750">
              <a:buChar char="•"/>
            </a:pPr>
            <a:r>
              <a:rPr lang="en-US" sz="1800"/>
              <a:t>High School GPA</a:t>
            </a:r>
          </a:p>
          <a:p>
            <a:pPr marL="285750" indent="-285750">
              <a:buChar char="•"/>
            </a:pPr>
            <a:r>
              <a:rPr lang="en-US" sz="1800"/>
              <a:t>Attendance</a:t>
            </a:r>
          </a:p>
          <a:p>
            <a:pPr marL="285750" indent="-285750">
              <a:buChar char="•"/>
            </a:pPr>
            <a:r>
              <a:rPr lang="en-US" sz="1800"/>
              <a:t>SAT/ACT scores</a:t>
            </a:r>
          </a:p>
          <a:p>
            <a:pPr marL="285750" indent="-285750">
              <a:buChar char="•"/>
            </a:pPr>
            <a:r>
              <a:rPr lang="en-US" sz="1800"/>
              <a:t>Social Media Hours</a:t>
            </a:r>
          </a:p>
          <a:p>
            <a:pPr marL="285750" indent="-285750">
              <a:buChar char="•"/>
            </a:pPr>
            <a:r>
              <a:rPr lang="en-US" sz="1800"/>
              <a:t>Online Certifications</a:t>
            </a:r>
          </a:p>
          <a:p>
            <a:pPr marL="285750" indent="-285750">
              <a:buChar char="•"/>
            </a:pPr>
            <a:r>
              <a:rPr lang="en-US" sz="1800"/>
              <a:t>Extracurricular/Volunteer activities</a:t>
            </a:r>
          </a:p>
        </p:txBody>
      </p:sp>
      <p:pic>
        <p:nvPicPr>
          <p:cNvPr id="7" name="Picture 6" descr="Gen Z Isometric Infographics Stock Vector | Adobe Stock">
            <a:extLst>
              <a:ext uri="{FF2B5EF4-FFF2-40B4-BE49-F238E27FC236}">
                <a16:creationId xmlns:a16="http://schemas.microsoft.com/office/drawing/2014/main" id="{3E4F6B3D-23B0-01E0-28DD-5F78E356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512" y="2583655"/>
            <a:ext cx="4241148" cy="381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57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78ED-3A2A-C77A-4E10-8BD56E51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 Findings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6960F-ED72-1B5E-3871-288693CA467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7D965-142B-25E3-A6E3-593D606C3E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22F200-1838-97CC-E090-1ABC6D662A3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48526" y="3630929"/>
            <a:ext cx="3960052" cy="2996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F8377D-95FD-585B-60C0-F97A77D7E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55" y="3321844"/>
            <a:ext cx="3411638" cy="33039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640251-C5FB-E4D0-174C-BCF573FA4AD0}"/>
              </a:ext>
            </a:extLst>
          </p:cNvPr>
          <p:cNvSpPr txBox="1"/>
          <p:nvPr/>
        </p:nvSpPr>
        <p:spPr>
          <a:xfrm>
            <a:off x="196453" y="1714500"/>
            <a:ext cx="43576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 Nova Light"/>
              </a:rPr>
              <a:t>Data obtained from Kaggle shows an inconsistency of admission status distribution. </a:t>
            </a:r>
          </a:p>
          <a:p>
            <a:r>
              <a:rPr lang="en-US"/>
              <a:t>All data is full with no missing information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0F40-F72B-FF81-DCA7-D7250D1F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05" y="210313"/>
            <a:ext cx="9830017" cy="731520"/>
          </a:xfrm>
        </p:spPr>
        <p:txBody>
          <a:bodyPr/>
          <a:lstStyle/>
          <a:p>
            <a:r>
              <a:rPr lang="en-US" b="1"/>
              <a:t>Visualizations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58F26-242A-8988-2A9E-ABF1C938DC5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7CB66-09D4-64F5-1D22-E89ACCBB52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5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E17C9B-C58E-7933-7DFC-CA98B6256EF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6144" y="946071"/>
            <a:ext cx="3879003" cy="2906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9C5506-7AA5-02BD-60D7-D3A209246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916" y="2244327"/>
            <a:ext cx="3010607" cy="29051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CB54C9-0933-D50A-30F4-3C862037E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327" y="940593"/>
            <a:ext cx="3883877" cy="29110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D2E574-CA1B-0AED-38B1-592D3399A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85" y="4095749"/>
            <a:ext cx="3884950" cy="2762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37A01E-E427-C315-D66D-ED5633EB7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0098" y="4095750"/>
            <a:ext cx="3888522" cy="275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07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DAE2-EFAD-6E0A-9682-16533775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Preprocessing 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E89F5-7312-1460-5C9F-3F1C4B4813A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95F28B-4A2D-6475-6906-16409E13CB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09DBC-9838-1B78-B725-DF9184690D30}"/>
              </a:ext>
            </a:extLst>
          </p:cNvPr>
          <p:cNvSpPr txBox="1"/>
          <p:nvPr/>
        </p:nvSpPr>
        <p:spPr>
          <a:xfrm>
            <a:off x="303609" y="2059781"/>
            <a:ext cx="566142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Identified two categorical features: Gender &amp; State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Target variable: </a:t>
            </a:r>
            <a:r>
              <a:rPr lang="en-US" err="1"/>
              <a:t>admission_status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Sampling was scaled down to 50,000 for KNN&amp; SVM due to the large data size</a:t>
            </a:r>
          </a:p>
          <a:p>
            <a:pPr algn="ctr"/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780D89C-4AA2-F22E-212A-0AF3B566E4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090785" y="1452086"/>
            <a:ext cx="5813345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3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6B71-F218-8ACD-1C1D-6A9FD3CF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Classifiers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AD457-24AB-4C16-9DBE-280FDA5512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18CBE-81DD-120B-EC1A-FA64D13557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C3289-7D1F-82C0-BDA9-862A13FF8D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5931647" cy="43891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KNN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Classifies students based on similarity to other students.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the 5 nearest neighbors (</a:t>
            </a:r>
            <a:r>
              <a:rPr lang="en-US">
                <a:latin typeface="Consolas"/>
              </a:rPr>
              <a:t>K=5</a:t>
            </a:r>
            <a:r>
              <a:rPr lang="en-US">
                <a:ea typeface="+mn-lt"/>
                <a:cs typeface="+mn-lt"/>
              </a:rPr>
              <a:t>) to make predictions.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Simple and easy to understand.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Works well when similar students have similar admission outcomes. </a:t>
            </a:r>
          </a:p>
          <a:p>
            <a:r>
              <a:rPr lang="en-US"/>
              <a:t>SVM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Finds the optimal boundary separating admitted and rejected students.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Maximizes the distance between classes to improve prediction accuracy.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Effective for complex classification problems.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Achieved the highest overall performance in this project.</a:t>
            </a:r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9E1E5-952E-8CEA-812D-C0D6948612AD}"/>
              </a:ext>
            </a:extLst>
          </p:cNvPr>
          <p:cNvSpPr txBox="1"/>
          <p:nvPr/>
        </p:nvSpPr>
        <p:spPr>
          <a:xfrm>
            <a:off x="6096000" y="2327672"/>
            <a:ext cx="6096000" cy="21749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b="1"/>
              <a:t>AdaBoost</a:t>
            </a:r>
            <a:r>
              <a:rPr lang="en-US" sz="1400" b="1">
                <a:ea typeface="+mn-lt"/>
                <a:cs typeface="+mn-lt"/>
              </a:rPr>
              <a:t>​</a:t>
            </a:r>
            <a:endParaRPr lang="en-US" sz="1400">
              <a:ea typeface="+mn-lt"/>
              <a:cs typeface="+mn-lt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Combines many small decision trees into one</a:t>
            </a:r>
            <a:endParaRPr lang="en-US" sz="1400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Focuses on correcting previous decision tree mistakes ​</a:t>
            </a:r>
            <a:endParaRPr lang="en-US" sz="1400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Uses weighted voting to make decisions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400"/>
              <a:t>Achieves the highest recall among other models 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7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942B-C162-F2CC-F10B-6ADFFA8D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2ABB0-13B3-53F1-BC09-6C72541153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4AA33-2631-67E8-BB99-1C144CD931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8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0528AB-97B9-3317-71AD-53B2FE45DF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All 3 models achieved over 87% accuracy</a:t>
            </a:r>
          </a:p>
          <a:p>
            <a:r>
              <a:rPr lang="en-US"/>
              <a:t>SVM achieved highest accuracy, precision &amp; f1 score</a:t>
            </a:r>
          </a:p>
          <a:p>
            <a:r>
              <a:rPr lang="en-US"/>
              <a:t>AdaBoost achieved the highest Recall</a:t>
            </a:r>
          </a:p>
          <a:p>
            <a:r>
              <a:rPr lang="en-US"/>
              <a:t>KNN is slightly less accurate than SVM &amp; AdaBoost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1C5279-52DA-76F7-7D1A-69BD25549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47" y="4206478"/>
            <a:ext cx="83058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12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4C46-AEBA-5E6F-CF01-87AD48F2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Comparisons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E3117-0F06-4CC9-E759-980035952E4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5E898-A38D-0F09-E53D-445AFAB2C6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7731F-B755-9755-EFC7-9CAEE0B838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3DA32B4-41C0-72C4-1BA1-42B01D59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" y="2506266"/>
            <a:ext cx="5847100" cy="4143375"/>
          </a:xfrm>
          <a:prstGeom prst="rect">
            <a:avLst/>
          </a:prstGeom>
        </p:spPr>
      </p:pic>
      <p:pic>
        <p:nvPicPr>
          <p:cNvPr id="9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062D9D9-019F-42D2-B899-C272791CB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259" y="2839164"/>
            <a:ext cx="5826353" cy="328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2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3C7A-43C2-6F07-0397-44F11CDE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219AD-63C8-1036-5F44-E90302D7421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EF007-4633-5490-0BAC-6105C1BFA8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10</a:t>
            </a:fld>
            <a:endParaRPr lang="en-US"/>
          </a:p>
        </p:txBody>
      </p:sp>
      <p:pic>
        <p:nvPicPr>
          <p:cNvPr id="4" name="Content Placeholder 3" descr="College Building Drawing">
            <a:extLst>
              <a:ext uri="{FF2B5EF4-FFF2-40B4-BE49-F238E27FC236}">
                <a16:creationId xmlns:a16="http://schemas.microsoft.com/office/drawing/2014/main" id="{281A9F11-D63D-B260-44F8-63457250793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96868" y="4196158"/>
            <a:ext cx="3425964" cy="25439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6257DA-9A8F-9EE7-75BE-4BA5785CEE40}"/>
              </a:ext>
            </a:extLst>
          </p:cNvPr>
          <p:cNvSpPr txBox="1"/>
          <p:nvPr/>
        </p:nvSpPr>
        <p:spPr>
          <a:xfrm>
            <a:off x="303609" y="1982391"/>
            <a:ext cx="683418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Machine learning can be utilized to predict the admission outcomes for college applicants</a:t>
            </a:r>
          </a:p>
          <a:p>
            <a:r>
              <a:rPr lang="en-US"/>
              <a:t>AdaBoost was best at identifying admitted students</a:t>
            </a:r>
          </a:p>
          <a:p>
            <a:r>
              <a:rPr lang="en-US"/>
              <a:t>Students who perform better in school such as in High School GPA,SAT scores, essay scores, recommendation score, interview score &amp; AP Courses </a:t>
            </a:r>
          </a:p>
          <a:p>
            <a:endParaRPr lang="en-US"/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7B5FC2-81D1-C3F8-F04A-606E3BA70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645" y="2101453"/>
            <a:ext cx="2907026" cy="426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56793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_wac_EF_v6" id="{47884C33-930F-4983-8A90-805F27C1336E}" vid="{C24D1BEE-D710-440D-8162-B32A89E9C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888480-CF61-459A-B049-2565BF1B6C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DFE19F-3BE8-48B3-9B35-A01B9C3497A7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C2D0E46-786A-45D3-8CE5-638765D8BA3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Dark gradient</vt:lpstr>
      <vt:lpstr>Machine Learning Gen-Z College Admission Rates </vt:lpstr>
      <vt:lpstr>Problem Statement</vt:lpstr>
      <vt:lpstr>Dataset Overview</vt:lpstr>
      <vt:lpstr>DA Findings</vt:lpstr>
      <vt:lpstr>Visualizations</vt:lpstr>
      <vt:lpstr>Data Preprocessing </vt:lpstr>
      <vt:lpstr>Classifiers</vt:lpstr>
      <vt:lpstr>Results</vt:lpstr>
      <vt:lpstr>Comparisons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2026-06-17T08:55:43Z</dcterms:created>
  <dcterms:modified xsi:type="dcterms:W3CDTF">2026-06-17T12:55:44Z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